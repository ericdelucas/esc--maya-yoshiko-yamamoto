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</p:sldIdLst>
  <p:sldSz cy="43200625" cx="28800425"/>
  <p:notesSz cx="6858000" cy="9144000"/>
  <p:embeddedFontLst>
    <p:embeddedFont>
      <p:font typeface="Inter"/>
      <p:regular r:id="rId7"/>
      <p:bold r:id="rId8"/>
      <p:italic r:id="rId9"/>
      <p:boldItalic r:id="rId10"/>
    </p:embeddedFont>
    <p:embeddedFont>
      <p:font typeface="Open Sans"/>
      <p:regular r:id="rId11"/>
      <p:bold r:id="rId12"/>
      <p:italic r:id="rId13"/>
      <p:boldItalic r:id="rId1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4366">
          <p15:clr>
            <a:srgbClr val="A4A3A4"/>
          </p15:clr>
        </p15:guide>
        <p15:guide id="2" pos="5488">
          <p15:clr>
            <a:srgbClr val="A4A3A4"/>
          </p15:clr>
        </p15:guide>
      </p15:sldGuideLst>
    </p:ext>
    <p:ext uri="GoogleSlidesCustomDataVersion2">
      <go:slidesCustomData xmlns:go="http://customooxmlschemas.google.com/" r:id="rId15" roundtripDataSignature="AMtx7miRCsidAqZ+Ihax+ikNHSFbyrocv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4366" orient="horz"/>
        <p:guide pos="5488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font" Target="fonts/OpenSans-regular.fntdata"/><Relationship Id="rId10" Type="http://schemas.openxmlformats.org/officeDocument/2006/relationships/font" Target="fonts/Inter-boldItalic.fntdata"/><Relationship Id="rId13" Type="http://schemas.openxmlformats.org/officeDocument/2006/relationships/font" Target="fonts/OpenSans-italic.fntdata"/><Relationship Id="rId12" Type="http://schemas.openxmlformats.org/officeDocument/2006/relationships/font" Target="fonts/OpenSans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font" Target="fonts/Inter-italic.fntdata"/><Relationship Id="rId15" Type="http://customschemas.google.com/relationships/presentationmetadata" Target="metadata"/><Relationship Id="rId14" Type="http://schemas.openxmlformats.org/officeDocument/2006/relationships/font" Target="fonts/OpenSans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font" Target="fonts/Inter-regular.fntdata"/><Relationship Id="rId8" Type="http://schemas.openxmlformats.org/officeDocument/2006/relationships/font" Target="fonts/Inter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idx="10" type="dt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3"/>
          <p:cNvSpPr txBox="1"/>
          <p:nvPr>
            <p:ph idx="11" type="ftr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ctrTitle"/>
          </p:nvPr>
        </p:nvSpPr>
        <p:spPr>
          <a:xfrm>
            <a:off x="1306910" y="4305947"/>
            <a:ext cx="14811647" cy="297116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4"/>
          <p:cNvSpPr txBox="1"/>
          <p:nvPr>
            <p:ph idx="1" type="subTitle"/>
          </p:nvPr>
        </p:nvSpPr>
        <p:spPr>
          <a:xfrm>
            <a:off x="2613820" y="7854662"/>
            <a:ext cx="12197827" cy="35422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1220"/>
              </a:spcBef>
              <a:spcAft>
                <a:spcPts val="0"/>
              </a:spcAft>
              <a:buClr>
                <a:srgbClr val="888888"/>
              </a:buClr>
              <a:buSzPts val="6098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rgbClr val="888888"/>
              </a:buClr>
              <a:buSzPts val="5336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rgbClr val="888888"/>
              </a:buClr>
              <a:buSzPts val="4574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4"/>
          <p:cNvSpPr txBox="1"/>
          <p:nvPr>
            <p:ph idx="10" type="dt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1" type="ftr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2" type="sldNum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/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5"/>
          <p:cNvSpPr txBox="1"/>
          <p:nvPr>
            <p:ph idx="1" type="body"/>
          </p:nvPr>
        </p:nvSpPr>
        <p:spPr>
          <a:xfrm>
            <a:off x="871273" y="3234273"/>
            <a:ext cx="15682921" cy="91477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5"/>
          <p:cNvSpPr txBox="1"/>
          <p:nvPr>
            <p:ph idx="10" type="dt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1" type="ftr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5"/>
          <p:cNvSpPr txBox="1"/>
          <p:nvPr>
            <p:ph idx="12" type="sldNum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/>
          <p:nvPr>
            <p:ph type="title"/>
          </p:nvPr>
        </p:nvSpPr>
        <p:spPr>
          <a:xfrm>
            <a:off x="1376492" y="8907084"/>
            <a:ext cx="14811647" cy="27529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623"/>
              <a:buFont typeface="Calibri"/>
              <a:buNone/>
              <a:defRPr b="1" sz="7623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6"/>
          <p:cNvSpPr txBox="1"/>
          <p:nvPr>
            <p:ph idx="1" type="body"/>
          </p:nvPr>
        </p:nvSpPr>
        <p:spPr>
          <a:xfrm>
            <a:off x="1376492" y="5874955"/>
            <a:ext cx="14811647" cy="303212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 sz="3811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rgbClr val="888888"/>
              </a:buClr>
              <a:buSzPts val="3430"/>
              <a:buNone/>
              <a:defRPr sz="343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rgbClr val="888888"/>
              </a:buClr>
              <a:buSzPts val="3049"/>
              <a:buNone/>
              <a:defRPr sz="3049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6"/>
          <p:cNvSpPr txBox="1"/>
          <p:nvPr>
            <p:ph idx="10" type="dt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1" type="ftr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6"/>
          <p:cNvSpPr txBox="1"/>
          <p:nvPr>
            <p:ph idx="12" type="sldNum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/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871273" y="3234273"/>
            <a:ext cx="7696248" cy="91477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567436" lvl="0" marL="457200" algn="l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•"/>
              <a:defRPr sz="5336"/>
            </a:lvl1pPr>
            <a:lvl2pPr indent="-519049" lvl="1" marL="9144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–"/>
              <a:defRPr sz="4574"/>
            </a:lvl2pPr>
            <a:lvl3pPr indent="-470599" lvl="2" marL="13716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3pPr>
            <a:lvl4pPr indent="-446405" lvl="3" marL="18288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–"/>
              <a:defRPr sz="3430"/>
            </a:lvl4pPr>
            <a:lvl5pPr indent="-446405" lvl="4" marL="22860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»"/>
              <a:defRPr sz="3430"/>
            </a:lvl5pPr>
            <a:lvl6pPr indent="-446405" lvl="5" marL="27432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6pPr>
            <a:lvl7pPr indent="-446405" lvl="6" marL="32004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7pPr>
            <a:lvl8pPr indent="-446405" lvl="7" marL="3657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8pPr>
            <a:lvl9pPr indent="-446405" lvl="8" marL="41148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9pPr>
          </a:lstStyle>
          <a:p/>
        </p:txBody>
      </p:sp>
      <p:sp>
        <p:nvSpPr>
          <p:cNvPr id="36" name="Google Shape;36;p7"/>
          <p:cNvSpPr txBox="1"/>
          <p:nvPr>
            <p:ph idx="2" type="body"/>
          </p:nvPr>
        </p:nvSpPr>
        <p:spPr>
          <a:xfrm>
            <a:off x="8857946" y="3234273"/>
            <a:ext cx="7696248" cy="91477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567436" lvl="0" marL="457200" algn="l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•"/>
              <a:defRPr sz="5336"/>
            </a:lvl1pPr>
            <a:lvl2pPr indent="-519049" lvl="1" marL="9144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–"/>
              <a:defRPr sz="4574"/>
            </a:lvl2pPr>
            <a:lvl3pPr indent="-470599" lvl="2" marL="13716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3pPr>
            <a:lvl4pPr indent="-446405" lvl="3" marL="18288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–"/>
              <a:defRPr sz="3430"/>
            </a:lvl4pPr>
            <a:lvl5pPr indent="-446405" lvl="4" marL="22860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»"/>
              <a:defRPr sz="3430"/>
            </a:lvl5pPr>
            <a:lvl6pPr indent="-446405" lvl="5" marL="27432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6pPr>
            <a:lvl7pPr indent="-446405" lvl="6" marL="32004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7pPr>
            <a:lvl8pPr indent="-446405" lvl="7" marL="3657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8pPr>
            <a:lvl9pPr indent="-446405" lvl="8" marL="41148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9pPr>
          </a:lstStyle>
          <a:p/>
        </p:txBody>
      </p:sp>
      <p:sp>
        <p:nvSpPr>
          <p:cNvPr id="37" name="Google Shape;37;p7"/>
          <p:cNvSpPr txBox="1"/>
          <p:nvPr>
            <p:ph idx="10" type="dt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7"/>
          <p:cNvSpPr txBox="1"/>
          <p:nvPr>
            <p:ph idx="11" type="ftr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7"/>
          <p:cNvSpPr txBox="1"/>
          <p:nvPr>
            <p:ph idx="12" type="sldNum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/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385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8"/>
          <p:cNvSpPr txBox="1"/>
          <p:nvPr>
            <p:ph idx="1" type="body"/>
          </p:nvPr>
        </p:nvSpPr>
        <p:spPr>
          <a:xfrm>
            <a:off x="871273" y="3102721"/>
            <a:ext cx="7699274" cy="129306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None/>
              <a:defRPr b="1" sz="4574"/>
            </a:lvl1pPr>
            <a:lvl2pPr indent="-228600" lvl="1" marL="9144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None/>
              <a:defRPr b="1" sz="3811"/>
            </a:lvl2pPr>
            <a:lvl3pPr indent="-228600" lvl="2" marL="1371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None/>
              <a:defRPr b="1" sz="3430"/>
            </a:lvl3pPr>
            <a:lvl4pPr indent="-228600" lvl="3" marL="18288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4pPr>
            <a:lvl5pPr indent="-228600" lvl="4" marL="22860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5pPr>
            <a:lvl6pPr indent="-228600" lvl="5" marL="27432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6pPr>
            <a:lvl7pPr indent="-228600" lvl="6" marL="32004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7pPr>
            <a:lvl8pPr indent="-228600" lvl="7" marL="3657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8pPr>
            <a:lvl9pPr indent="-228600" lvl="8" marL="41148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9pPr>
          </a:lstStyle>
          <a:p/>
        </p:txBody>
      </p:sp>
      <p:sp>
        <p:nvSpPr>
          <p:cNvPr id="43" name="Google Shape;43;p8"/>
          <p:cNvSpPr txBox="1"/>
          <p:nvPr>
            <p:ph idx="2" type="body"/>
          </p:nvPr>
        </p:nvSpPr>
        <p:spPr>
          <a:xfrm>
            <a:off x="871273" y="4395787"/>
            <a:ext cx="7699274" cy="798621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519049" lvl="0" marL="4572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1pPr>
            <a:lvl2pPr indent="-470599" lvl="1" marL="9144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2pPr>
            <a:lvl3pPr indent="-446405" lvl="2" marL="1371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3pPr>
            <a:lvl4pPr indent="-422212" lvl="3" marL="18288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–"/>
              <a:defRPr sz="3049"/>
            </a:lvl4pPr>
            <a:lvl5pPr indent="-422211" lvl="4" marL="22860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»"/>
              <a:defRPr sz="3049"/>
            </a:lvl5pPr>
            <a:lvl6pPr indent="-422211" lvl="5" marL="27432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6pPr>
            <a:lvl7pPr indent="-422211" lvl="6" marL="32004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7pPr>
            <a:lvl8pPr indent="-422211" lvl="7" marL="3657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8pPr>
            <a:lvl9pPr indent="-422211" lvl="8" marL="41148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9pPr>
          </a:lstStyle>
          <a:p/>
        </p:txBody>
      </p:sp>
      <p:sp>
        <p:nvSpPr>
          <p:cNvPr id="44" name="Google Shape;44;p8"/>
          <p:cNvSpPr txBox="1"/>
          <p:nvPr>
            <p:ph idx="3" type="body"/>
          </p:nvPr>
        </p:nvSpPr>
        <p:spPr>
          <a:xfrm>
            <a:off x="8851896" y="3102721"/>
            <a:ext cx="7702299" cy="129306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None/>
              <a:defRPr b="1" sz="4574"/>
            </a:lvl1pPr>
            <a:lvl2pPr indent="-228600" lvl="1" marL="9144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None/>
              <a:defRPr b="1" sz="3811"/>
            </a:lvl2pPr>
            <a:lvl3pPr indent="-228600" lvl="2" marL="1371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None/>
              <a:defRPr b="1" sz="3430"/>
            </a:lvl3pPr>
            <a:lvl4pPr indent="-228600" lvl="3" marL="18288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4pPr>
            <a:lvl5pPr indent="-228600" lvl="4" marL="22860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5pPr>
            <a:lvl6pPr indent="-228600" lvl="5" marL="27432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6pPr>
            <a:lvl7pPr indent="-228600" lvl="6" marL="32004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7pPr>
            <a:lvl8pPr indent="-228600" lvl="7" marL="3657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8pPr>
            <a:lvl9pPr indent="-228600" lvl="8" marL="41148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9pPr>
          </a:lstStyle>
          <a:p/>
        </p:txBody>
      </p:sp>
      <p:sp>
        <p:nvSpPr>
          <p:cNvPr id="45" name="Google Shape;45;p8"/>
          <p:cNvSpPr txBox="1"/>
          <p:nvPr>
            <p:ph idx="4" type="body"/>
          </p:nvPr>
        </p:nvSpPr>
        <p:spPr>
          <a:xfrm>
            <a:off x="8851896" y="4395787"/>
            <a:ext cx="7702299" cy="798621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519049" lvl="0" marL="4572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1pPr>
            <a:lvl2pPr indent="-470599" lvl="1" marL="9144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2pPr>
            <a:lvl3pPr indent="-446405" lvl="2" marL="1371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3pPr>
            <a:lvl4pPr indent="-422212" lvl="3" marL="18288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–"/>
              <a:defRPr sz="3049"/>
            </a:lvl4pPr>
            <a:lvl5pPr indent="-422211" lvl="4" marL="22860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»"/>
              <a:defRPr sz="3049"/>
            </a:lvl5pPr>
            <a:lvl6pPr indent="-422211" lvl="5" marL="27432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6pPr>
            <a:lvl7pPr indent="-422211" lvl="6" marL="32004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7pPr>
            <a:lvl8pPr indent="-422211" lvl="7" marL="3657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8pPr>
            <a:lvl9pPr indent="-422211" lvl="8" marL="41148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9pPr>
          </a:lstStyle>
          <a:p/>
        </p:txBody>
      </p:sp>
      <p:sp>
        <p:nvSpPr>
          <p:cNvPr id="46" name="Google Shape;46;p8"/>
          <p:cNvSpPr txBox="1"/>
          <p:nvPr>
            <p:ph idx="10" type="dt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8"/>
          <p:cNvSpPr txBox="1"/>
          <p:nvPr>
            <p:ph idx="11" type="ftr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8"/>
          <p:cNvSpPr txBox="1"/>
          <p:nvPr>
            <p:ph idx="12" type="sldNum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/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9"/>
          <p:cNvSpPr txBox="1"/>
          <p:nvPr>
            <p:ph idx="10" type="dt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1" type="ftr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9"/>
          <p:cNvSpPr txBox="1"/>
          <p:nvPr>
            <p:ph idx="12" type="sldNum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/>
          <p:nvPr>
            <p:ph type="title"/>
          </p:nvPr>
        </p:nvSpPr>
        <p:spPr>
          <a:xfrm>
            <a:off x="871274" y="551880"/>
            <a:ext cx="5732859" cy="234869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11"/>
              <a:buFont typeface="Calibri"/>
              <a:buNone/>
              <a:defRPr b="1" sz="381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0"/>
          <p:cNvSpPr txBox="1"/>
          <p:nvPr>
            <p:ph idx="1" type="body"/>
          </p:nvPr>
        </p:nvSpPr>
        <p:spPr>
          <a:xfrm>
            <a:off x="6812874" y="551881"/>
            <a:ext cx="9741320" cy="1183012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615823" lvl="0" marL="457200" algn="l">
              <a:lnSpc>
                <a:spcPct val="100000"/>
              </a:lnSpc>
              <a:spcBef>
                <a:spcPts val="1220"/>
              </a:spcBef>
              <a:spcAft>
                <a:spcPts val="0"/>
              </a:spcAft>
              <a:buClr>
                <a:schemeClr val="dk1"/>
              </a:buClr>
              <a:buSzPts val="6098"/>
              <a:buChar char="•"/>
              <a:defRPr sz="6098"/>
            </a:lvl1pPr>
            <a:lvl2pPr indent="-567436" lvl="1" marL="914400" algn="l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–"/>
              <a:defRPr sz="5336"/>
            </a:lvl2pPr>
            <a:lvl3pPr indent="-519049" lvl="2" marL="13716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3pPr>
            <a:lvl4pPr indent="-470599" lvl="3" marL="18288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4pPr>
            <a:lvl5pPr indent="-470598" lvl="4" marL="22860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»"/>
              <a:defRPr sz="3811"/>
            </a:lvl5pPr>
            <a:lvl6pPr indent="-470598" lvl="5" marL="27432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6pPr>
            <a:lvl7pPr indent="-470598" lvl="6" marL="32004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7pPr>
            <a:lvl8pPr indent="-470598" lvl="7" marL="36576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8pPr>
            <a:lvl9pPr indent="-470598" lvl="8" marL="41148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9pPr>
          </a:lstStyle>
          <a:p/>
        </p:txBody>
      </p:sp>
      <p:sp>
        <p:nvSpPr>
          <p:cNvPr id="57" name="Google Shape;57;p10"/>
          <p:cNvSpPr txBox="1"/>
          <p:nvPr>
            <p:ph idx="2" type="body"/>
          </p:nvPr>
        </p:nvSpPr>
        <p:spPr>
          <a:xfrm>
            <a:off x="871274" y="2900579"/>
            <a:ext cx="5732859" cy="948142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chemeClr val="dk1"/>
              </a:buClr>
              <a:buSzPts val="2668"/>
              <a:buNone/>
              <a:defRPr sz="2668"/>
            </a:lvl1pPr>
            <a:lvl2pPr indent="-228600" lvl="1" marL="914400" algn="l">
              <a:lnSpc>
                <a:spcPct val="100000"/>
              </a:lnSpc>
              <a:spcBef>
                <a:spcPts val="457"/>
              </a:spcBef>
              <a:spcAft>
                <a:spcPts val="0"/>
              </a:spcAft>
              <a:buClr>
                <a:schemeClr val="dk1"/>
              </a:buClr>
              <a:buSzPts val="2287"/>
              <a:buNone/>
              <a:defRPr sz="2287"/>
            </a:lvl2pPr>
            <a:lvl3pPr indent="-228600" lvl="2" marL="1371600" algn="l">
              <a:lnSpc>
                <a:spcPct val="100000"/>
              </a:lnSpc>
              <a:spcBef>
                <a:spcPts val="381"/>
              </a:spcBef>
              <a:spcAft>
                <a:spcPts val="0"/>
              </a:spcAft>
              <a:buClr>
                <a:schemeClr val="dk1"/>
              </a:buClr>
              <a:buSzPts val="1906"/>
              <a:buNone/>
              <a:defRPr sz="1906"/>
            </a:lvl3pPr>
            <a:lvl4pPr indent="-228600" lvl="3" marL="18288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4pPr>
            <a:lvl5pPr indent="-228600" lvl="4" marL="22860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5pPr>
            <a:lvl6pPr indent="-228600" lvl="5" marL="27432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6pPr>
            <a:lvl7pPr indent="-228600" lvl="6" marL="32004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7pPr>
            <a:lvl8pPr indent="-228600" lvl="7" marL="3657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8pPr>
            <a:lvl9pPr indent="-228600" lvl="8" marL="41148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9pPr>
          </a:lstStyle>
          <a:p/>
        </p:txBody>
      </p:sp>
      <p:sp>
        <p:nvSpPr>
          <p:cNvPr id="58" name="Google Shape;58;p10"/>
          <p:cNvSpPr txBox="1"/>
          <p:nvPr>
            <p:ph idx="10" type="dt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0"/>
          <p:cNvSpPr txBox="1"/>
          <p:nvPr>
            <p:ph idx="11" type="ftr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0"/>
          <p:cNvSpPr txBox="1"/>
          <p:nvPr>
            <p:ph idx="12" type="sldNum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/>
          <p:nvPr>
            <p:ph type="title"/>
          </p:nvPr>
        </p:nvSpPr>
        <p:spPr>
          <a:xfrm>
            <a:off x="3415514" y="9702817"/>
            <a:ext cx="10455280" cy="114547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11"/>
              <a:buFont typeface="Calibri"/>
              <a:buNone/>
              <a:defRPr b="1" sz="381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1"/>
          <p:cNvSpPr/>
          <p:nvPr>
            <p:ph idx="2" type="pic"/>
          </p:nvPr>
        </p:nvSpPr>
        <p:spPr>
          <a:xfrm>
            <a:off x="3415514" y="1238521"/>
            <a:ext cx="10455280" cy="83167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/>
          <p:nvPr>
            <p:ph idx="1" type="body"/>
          </p:nvPr>
        </p:nvSpPr>
        <p:spPr>
          <a:xfrm>
            <a:off x="3415514" y="10848290"/>
            <a:ext cx="10455280" cy="162676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chemeClr val="dk1"/>
              </a:buClr>
              <a:buSzPts val="2668"/>
              <a:buNone/>
              <a:defRPr sz="2668"/>
            </a:lvl1pPr>
            <a:lvl2pPr indent="-228600" lvl="1" marL="914400" algn="l">
              <a:lnSpc>
                <a:spcPct val="100000"/>
              </a:lnSpc>
              <a:spcBef>
                <a:spcPts val="457"/>
              </a:spcBef>
              <a:spcAft>
                <a:spcPts val="0"/>
              </a:spcAft>
              <a:buClr>
                <a:schemeClr val="dk1"/>
              </a:buClr>
              <a:buSzPts val="2287"/>
              <a:buNone/>
              <a:defRPr sz="2287"/>
            </a:lvl2pPr>
            <a:lvl3pPr indent="-228600" lvl="2" marL="1371600" algn="l">
              <a:lnSpc>
                <a:spcPct val="100000"/>
              </a:lnSpc>
              <a:spcBef>
                <a:spcPts val="381"/>
              </a:spcBef>
              <a:spcAft>
                <a:spcPts val="0"/>
              </a:spcAft>
              <a:buClr>
                <a:schemeClr val="dk1"/>
              </a:buClr>
              <a:buSzPts val="1906"/>
              <a:buNone/>
              <a:defRPr sz="1906"/>
            </a:lvl3pPr>
            <a:lvl4pPr indent="-228600" lvl="3" marL="18288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4pPr>
            <a:lvl5pPr indent="-228600" lvl="4" marL="22860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5pPr>
            <a:lvl6pPr indent="-228600" lvl="5" marL="27432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6pPr>
            <a:lvl7pPr indent="-228600" lvl="6" marL="32004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7pPr>
            <a:lvl8pPr indent="-228600" lvl="7" marL="3657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8pPr>
            <a:lvl9pPr indent="-228600" lvl="8" marL="41148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9pPr>
          </a:lstStyle>
          <a:p/>
        </p:txBody>
      </p:sp>
      <p:sp>
        <p:nvSpPr>
          <p:cNvPr id="65" name="Google Shape;65;p11"/>
          <p:cNvSpPr txBox="1"/>
          <p:nvPr>
            <p:ph idx="10" type="dt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1"/>
          <p:cNvSpPr txBox="1"/>
          <p:nvPr>
            <p:ph idx="11" type="ftr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1"/>
          <p:cNvSpPr txBox="1"/>
          <p:nvPr>
            <p:ph idx="12" type="sldNum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/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2"/>
          <p:cNvSpPr txBox="1"/>
          <p:nvPr>
            <p:ph idx="1" type="body"/>
          </p:nvPr>
        </p:nvSpPr>
        <p:spPr>
          <a:xfrm rot="5400000">
            <a:off x="4138869" y="-33322"/>
            <a:ext cx="9147730" cy="156829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2"/>
          <p:cNvSpPr txBox="1"/>
          <p:nvPr>
            <p:ph idx="10" type="dt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2"/>
          <p:cNvSpPr txBox="1"/>
          <p:nvPr>
            <p:ph idx="11" type="ftr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2"/>
          <p:cNvSpPr txBox="1"/>
          <p:nvPr>
            <p:ph idx="12" type="sldNum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/>
          <p:nvPr>
            <p:ph type="title"/>
          </p:nvPr>
        </p:nvSpPr>
        <p:spPr>
          <a:xfrm rot="5400000">
            <a:off x="8680373" y="4508182"/>
            <a:ext cx="11826913" cy="392073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3"/>
          <p:cNvSpPr txBox="1"/>
          <p:nvPr>
            <p:ph idx="1" type="body"/>
          </p:nvPr>
        </p:nvSpPr>
        <p:spPr>
          <a:xfrm rot="5400000">
            <a:off x="693699" y="732664"/>
            <a:ext cx="11826913" cy="114717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3"/>
          <p:cNvSpPr txBox="1"/>
          <p:nvPr>
            <p:ph idx="10" type="dt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3"/>
          <p:cNvSpPr txBox="1"/>
          <p:nvPr>
            <p:ph idx="11" type="ftr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3"/>
          <p:cNvSpPr txBox="1"/>
          <p:nvPr>
            <p:ph idx="12" type="sldNum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/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385"/>
              <a:buFont typeface="Calibri"/>
              <a:buNone/>
              <a:defRPr b="0" i="0" sz="8385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2"/>
          <p:cNvSpPr txBox="1"/>
          <p:nvPr>
            <p:ph idx="1" type="body"/>
          </p:nvPr>
        </p:nvSpPr>
        <p:spPr>
          <a:xfrm>
            <a:off x="871273" y="3234273"/>
            <a:ext cx="15682921" cy="91477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615823" lvl="0" marL="457200" marR="0" rtl="0" algn="l">
              <a:lnSpc>
                <a:spcPct val="100000"/>
              </a:lnSpc>
              <a:spcBef>
                <a:spcPts val="1220"/>
              </a:spcBef>
              <a:spcAft>
                <a:spcPts val="0"/>
              </a:spcAft>
              <a:buClr>
                <a:schemeClr val="dk1"/>
              </a:buClr>
              <a:buSzPts val="6098"/>
              <a:buFont typeface="Arial"/>
              <a:buChar char="•"/>
              <a:defRPr b="0" i="0" sz="609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567436" lvl="1" marL="914400" marR="0" rtl="0" algn="l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Font typeface="Arial"/>
              <a:buChar char="–"/>
              <a:defRPr b="0" i="0" sz="5336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519049" lvl="2" marL="1371600" marR="0" rtl="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Font typeface="Arial"/>
              <a:buChar char="•"/>
              <a:defRPr b="0" i="0" sz="4574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470599" lvl="3" marL="1828800" marR="0" rtl="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–"/>
              <a:defRPr b="0" i="0" sz="3811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470598" lvl="4" marL="2286000" marR="0" rtl="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»"/>
              <a:defRPr b="0" i="0" sz="3811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470598" lvl="5" marL="2743200" marR="0" rtl="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b="0" i="0" sz="3811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470598" lvl="6" marL="3200400" marR="0" rtl="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b="0" i="0" sz="3811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470598" lvl="7" marL="3657600" marR="0" rtl="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b="0" i="0" sz="3811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470598" lvl="8" marL="4114800" marR="0" rtl="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b="0" i="0" sz="3811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2"/>
          <p:cNvSpPr txBox="1"/>
          <p:nvPr>
            <p:ph idx="10" type="dt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2"/>
          <p:cNvSpPr txBox="1"/>
          <p:nvPr>
            <p:ph idx="11" type="ftr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6.jpg"/><Relationship Id="rId8" Type="http://schemas.openxmlformats.org/officeDocument/2006/relationships/image" Target="../media/image5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44F37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oogle Shape;84;p1"/>
          <p:cNvGrpSpPr/>
          <p:nvPr/>
        </p:nvGrpSpPr>
        <p:grpSpPr>
          <a:xfrm>
            <a:off x="-234721" y="36273035"/>
            <a:ext cx="29324843" cy="6968084"/>
            <a:chOff x="0" y="-47625"/>
            <a:chExt cx="3032124" cy="655203"/>
          </a:xfrm>
        </p:grpSpPr>
        <p:sp>
          <p:nvSpPr>
            <p:cNvPr id="85" name="Google Shape;85;p1"/>
            <p:cNvSpPr/>
            <p:nvPr/>
          </p:nvSpPr>
          <p:spPr>
            <a:xfrm>
              <a:off x="0" y="0"/>
              <a:ext cx="3032124" cy="607578"/>
            </a:xfrm>
            <a:custGeom>
              <a:rect b="b" l="l" r="r" t="t"/>
              <a:pathLst>
                <a:path extrusionOk="0" h="607578" w="3032124">
                  <a:moveTo>
                    <a:pt x="0" y="0"/>
                  </a:moveTo>
                  <a:lnTo>
                    <a:pt x="3032124" y="0"/>
                  </a:lnTo>
                  <a:lnTo>
                    <a:pt x="3032124" y="607578"/>
                  </a:lnTo>
                  <a:lnTo>
                    <a:pt x="0" y="607578"/>
                  </a:lnTo>
                  <a:close/>
                </a:path>
              </a:pathLst>
            </a:custGeom>
            <a:solidFill>
              <a:srgbClr val="10E68E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" name="Google Shape;86;p1"/>
            <p:cNvSpPr txBox="1"/>
            <p:nvPr/>
          </p:nvSpPr>
          <p:spPr>
            <a:xfrm>
              <a:off x="0" y="-47625"/>
              <a:ext cx="3032124" cy="6552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8925" lIns="88925" spcFirstLastPara="1" rIns="88925" wrap="square" tIns="88925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7" name="Google Shape;87;p1"/>
          <p:cNvSpPr/>
          <p:nvPr/>
        </p:nvSpPr>
        <p:spPr>
          <a:xfrm>
            <a:off x="3163237" y="34829695"/>
            <a:ext cx="22769151" cy="14311010"/>
          </a:xfrm>
          <a:custGeom>
            <a:rect b="b" l="l" r="r" t="t"/>
            <a:pathLst>
              <a:path extrusionOk="0" h="7509691" w="11948094">
                <a:moveTo>
                  <a:pt x="0" y="0"/>
                </a:moveTo>
                <a:lnTo>
                  <a:pt x="11948094" y="0"/>
                </a:lnTo>
                <a:lnTo>
                  <a:pt x="11948094" y="7509692"/>
                </a:lnTo>
                <a:lnTo>
                  <a:pt x="0" y="750969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48958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r>
              <a:t/>
            </a:r>
            <a:endParaRPr b="0" i="0" sz="676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8" name="Google Shape;88;p1"/>
          <p:cNvGrpSpPr/>
          <p:nvPr/>
        </p:nvGrpSpPr>
        <p:grpSpPr>
          <a:xfrm>
            <a:off x="-234720" y="28800364"/>
            <a:ext cx="29304069" cy="9759747"/>
            <a:chOff x="0" y="-47625"/>
            <a:chExt cx="3163653" cy="917701"/>
          </a:xfrm>
        </p:grpSpPr>
        <p:sp>
          <p:nvSpPr>
            <p:cNvPr id="89" name="Google Shape;89;p1"/>
            <p:cNvSpPr/>
            <p:nvPr/>
          </p:nvSpPr>
          <p:spPr>
            <a:xfrm>
              <a:off x="0" y="0"/>
              <a:ext cx="3163653" cy="870076"/>
            </a:xfrm>
            <a:custGeom>
              <a:rect b="b" l="l" r="r" t="t"/>
              <a:pathLst>
                <a:path extrusionOk="0" h="870076" w="3163653">
                  <a:moveTo>
                    <a:pt x="0" y="0"/>
                  </a:moveTo>
                  <a:lnTo>
                    <a:pt x="3163653" y="0"/>
                  </a:lnTo>
                  <a:lnTo>
                    <a:pt x="3163653" y="870076"/>
                  </a:lnTo>
                  <a:lnTo>
                    <a:pt x="0" y="870076"/>
                  </a:lnTo>
                  <a:close/>
                </a:path>
              </a:pathLst>
            </a:custGeom>
            <a:solidFill>
              <a:srgbClr val="044F3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" name="Google Shape;90;p1"/>
            <p:cNvSpPr txBox="1"/>
            <p:nvPr/>
          </p:nvSpPr>
          <p:spPr>
            <a:xfrm>
              <a:off x="0" y="-47625"/>
              <a:ext cx="3163653" cy="91770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8925" lIns="88925" spcFirstLastPara="1" rIns="88925" wrap="square" tIns="88925">
              <a:noAutofit/>
            </a:bodyPr>
            <a:lstStyle/>
            <a:p>
              <a:pPr indent="0" lvl="0" marL="0" marR="0" rtl="0" algn="l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1" name="Google Shape;91;p1"/>
          <p:cNvGrpSpPr/>
          <p:nvPr/>
        </p:nvGrpSpPr>
        <p:grpSpPr>
          <a:xfrm>
            <a:off x="-234725" y="21010299"/>
            <a:ext cx="29324751" cy="9460534"/>
            <a:chOff x="0" y="-47625"/>
            <a:chExt cx="3225442" cy="889566"/>
          </a:xfrm>
        </p:grpSpPr>
        <p:sp>
          <p:nvSpPr>
            <p:cNvPr id="92" name="Google Shape;92;p1"/>
            <p:cNvSpPr/>
            <p:nvPr/>
          </p:nvSpPr>
          <p:spPr>
            <a:xfrm>
              <a:off x="0" y="0"/>
              <a:ext cx="3225442" cy="841941"/>
            </a:xfrm>
            <a:custGeom>
              <a:rect b="b" l="l" r="r" t="t"/>
              <a:pathLst>
                <a:path extrusionOk="0" h="841941" w="3225442">
                  <a:moveTo>
                    <a:pt x="0" y="0"/>
                  </a:moveTo>
                  <a:lnTo>
                    <a:pt x="3225442" y="0"/>
                  </a:lnTo>
                  <a:lnTo>
                    <a:pt x="3225442" y="841941"/>
                  </a:lnTo>
                  <a:lnTo>
                    <a:pt x="0" y="841941"/>
                  </a:lnTo>
                  <a:close/>
                </a:path>
              </a:pathLst>
            </a:custGeom>
            <a:solidFill>
              <a:srgbClr val="02332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" name="Google Shape;93;p1"/>
            <p:cNvSpPr txBox="1"/>
            <p:nvPr/>
          </p:nvSpPr>
          <p:spPr>
            <a:xfrm>
              <a:off x="0" y="-47625"/>
              <a:ext cx="3225442" cy="88956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8925" lIns="88925" spcFirstLastPara="1" rIns="88925" wrap="square" tIns="88925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4" name="Google Shape;94;p1"/>
          <p:cNvGrpSpPr/>
          <p:nvPr/>
        </p:nvGrpSpPr>
        <p:grpSpPr>
          <a:xfrm>
            <a:off x="-234720" y="15561373"/>
            <a:ext cx="29303962" cy="8372957"/>
            <a:chOff x="0" y="-47625"/>
            <a:chExt cx="3032124" cy="787302"/>
          </a:xfrm>
        </p:grpSpPr>
        <p:sp>
          <p:nvSpPr>
            <p:cNvPr id="95" name="Google Shape;95;p1"/>
            <p:cNvSpPr/>
            <p:nvPr/>
          </p:nvSpPr>
          <p:spPr>
            <a:xfrm>
              <a:off x="0" y="0"/>
              <a:ext cx="3032124" cy="739677"/>
            </a:xfrm>
            <a:custGeom>
              <a:rect b="b" l="l" r="r" t="t"/>
              <a:pathLst>
                <a:path extrusionOk="0" h="739677" w="3032124">
                  <a:moveTo>
                    <a:pt x="0" y="0"/>
                  </a:moveTo>
                  <a:lnTo>
                    <a:pt x="3032124" y="0"/>
                  </a:lnTo>
                  <a:lnTo>
                    <a:pt x="3032124" y="739677"/>
                  </a:lnTo>
                  <a:lnTo>
                    <a:pt x="0" y="739677"/>
                  </a:lnTo>
                  <a:close/>
                </a:path>
              </a:pathLst>
            </a:custGeom>
            <a:solidFill>
              <a:srgbClr val="0B9E64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" name="Google Shape;96;p1"/>
            <p:cNvSpPr txBox="1"/>
            <p:nvPr/>
          </p:nvSpPr>
          <p:spPr>
            <a:xfrm>
              <a:off x="0" y="-47625"/>
              <a:ext cx="3032124" cy="78730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8925" lIns="88925" spcFirstLastPara="1" rIns="88925" wrap="square" tIns="88925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7" name="Google Shape;97;p1"/>
          <p:cNvGrpSpPr/>
          <p:nvPr/>
        </p:nvGrpSpPr>
        <p:grpSpPr>
          <a:xfrm>
            <a:off x="-234719" y="6854247"/>
            <a:ext cx="29303943" cy="9226118"/>
            <a:chOff x="0" y="-47625"/>
            <a:chExt cx="3218728" cy="867524"/>
          </a:xfrm>
        </p:grpSpPr>
        <p:sp>
          <p:nvSpPr>
            <p:cNvPr id="98" name="Google Shape;98;p1"/>
            <p:cNvSpPr/>
            <p:nvPr/>
          </p:nvSpPr>
          <p:spPr>
            <a:xfrm>
              <a:off x="0" y="0"/>
              <a:ext cx="3218728" cy="819899"/>
            </a:xfrm>
            <a:custGeom>
              <a:rect b="b" l="l" r="r" t="t"/>
              <a:pathLst>
                <a:path extrusionOk="0" h="819899" w="3218728">
                  <a:moveTo>
                    <a:pt x="0" y="0"/>
                  </a:moveTo>
                  <a:lnTo>
                    <a:pt x="3218728" y="0"/>
                  </a:lnTo>
                  <a:lnTo>
                    <a:pt x="3218728" y="819899"/>
                  </a:lnTo>
                  <a:lnTo>
                    <a:pt x="0" y="819899"/>
                  </a:lnTo>
                  <a:close/>
                </a:path>
              </a:pathLst>
            </a:custGeom>
            <a:solidFill>
              <a:srgbClr val="07734C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" name="Google Shape;99;p1"/>
            <p:cNvSpPr txBox="1"/>
            <p:nvPr/>
          </p:nvSpPr>
          <p:spPr>
            <a:xfrm>
              <a:off x="0" y="-47625"/>
              <a:ext cx="3218728" cy="86752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8925" lIns="88925" spcFirstLastPara="1" rIns="88925" wrap="square" tIns="88925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0" name="Google Shape;100;p1"/>
          <p:cNvGrpSpPr/>
          <p:nvPr/>
        </p:nvGrpSpPr>
        <p:grpSpPr>
          <a:xfrm>
            <a:off x="-234719" y="-573881"/>
            <a:ext cx="29324841" cy="9050021"/>
            <a:chOff x="0" y="-47625"/>
            <a:chExt cx="2755436" cy="850966"/>
          </a:xfrm>
        </p:grpSpPr>
        <p:sp>
          <p:nvSpPr>
            <p:cNvPr id="101" name="Google Shape;101;p1"/>
            <p:cNvSpPr/>
            <p:nvPr/>
          </p:nvSpPr>
          <p:spPr>
            <a:xfrm>
              <a:off x="0" y="0"/>
              <a:ext cx="2755436" cy="803341"/>
            </a:xfrm>
            <a:custGeom>
              <a:rect b="b" l="l" r="r" t="t"/>
              <a:pathLst>
                <a:path extrusionOk="0" h="803341" w="2755436">
                  <a:moveTo>
                    <a:pt x="0" y="0"/>
                  </a:moveTo>
                  <a:lnTo>
                    <a:pt x="2755436" y="0"/>
                  </a:lnTo>
                  <a:lnTo>
                    <a:pt x="2755436" y="803341"/>
                  </a:lnTo>
                  <a:lnTo>
                    <a:pt x="0" y="803341"/>
                  </a:lnTo>
                  <a:close/>
                </a:path>
              </a:pathLst>
            </a:custGeom>
            <a:solidFill>
              <a:srgbClr val="10E68E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2" name="Google Shape;102;p1"/>
            <p:cNvSpPr txBox="1"/>
            <p:nvPr/>
          </p:nvSpPr>
          <p:spPr>
            <a:xfrm>
              <a:off x="0" y="-47625"/>
              <a:ext cx="2755436" cy="85096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8925" lIns="88925" spcFirstLastPara="1" rIns="88925" wrap="square" tIns="88925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3" name="Google Shape;103;p1"/>
          <p:cNvGrpSpPr/>
          <p:nvPr/>
        </p:nvGrpSpPr>
        <p:grpSpPr>
          <a:xfrm rot="-5400000">
            <a:off x="10939017" y="13420436"/>
            <a:ext cx="20731171" cy="13057756"/>
            <a:chOff x="0" y="-47625"/>
            <a:chExt cx="1922704" cy="1224620"/>
          </a:xfrm>
        </p:grpSpPr>
        <p:sp>
          <p:nvSpPr>
            <p:cNvPr id="104" name="Google Shape;104;p1"/>
            <p:cNvSpPr/>
            <p:nvPr/>
          </p:nvSpPr>
          <p:spPr>
            <a:xfrm>
              <a:off x="0" y="0"/>
              <a:ext cx="1922704" cy="1176995"/>
            </a:xfrm>
            <a:custGeom>
              <a:rect b="b" l="l" r="r" t="t"/>
              <a:pathLst>
                <a:path extrusionOk="0" h="1176995" w="1922704">
                  <a:moveTo>
                    <a:pt x="0" y="0"/>
                  </a:moveTo>
                  <a:lnTo>
                    <a:pt x="1922704" y="0"/>
                  </a:lnTo>
                  <a:lnTo>
                    <a:pt x="1922704" y="1176995"/>
                  </a:lnTo>
                  <a:lnTo>
                    <a:pt x="0" y="1176995"/>
                  </a:lnTo>
                  <a:close/>
                </a:path>
              </a:pathLst>
            </a:custGeom>
            <a:solidFill>
              <a:srgbClr val="FFFFFF"/>
            </a:solidFill>
            <a:ln cap="sq" cmpd="sng" w="19050">
              <a:solidFill>
                <a:srgbClr val="00000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" name="Google Shape;105;p1"/>
            <p:cNvSpPr txBox="1"/>
            <p:nvPr/>
          </p:nvSpPr>
          <p:spPr>
            <a:xfrm>
              <a:off x="0" y="-47625"/>
              <a:ext cx="1922704" cy="12246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9000" lIns="89000" spcFirstLastPara="1" rIns="89000" wrap="square" tIns="89000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6" name="Google Shape;106;p1"/>
          <p:cNvGrpSpPr/>
          <p:nvPr/>
        </p:nvGrpSpPr>
        <p:grpSpPr>
          <a:xfrm>
            <a:off x="927175" y="30011224"/>
            <a:ext cx="13848535" cy="8372959"/>
            <a:chOff x="0" y="-47625"/>
            <a:chExt cx="1302166" cy="868357"/>
          </a:xfrm>
        </p:grpSpPr>
        <p:sp>
          <p:nvSpPr>
            <p:cNvPr id="107" name="Google Shape;107;p1"/>
            <p:cNvSpPr/>
            <p:nvPr/>
          </p:nvSpPr>
          <p:spPr>
            <a:xfrm>
              <a:off x="0" y="0"/>
              <a:ext cx="1302166" cy="820732"/>
            </a:xfrm>
            <a:custGeom>
              <a:rect b="b" l="l" r="r" t="t"/>
              <a:pathLst>
                <a:path extrusionOk="0" h="820732" w="1302166">
                  <a:moveTo>
                    <a:pt x="0" y="0"/>
                  </a:moveTo>
                  <a:lnTo>
                    <a:pt x="1302166" y="0"/>
                  </a:lnTo>
                  <a:lnTo>
                    <a:pt x="1302166" y="820732"/>
                  </a:lnTo>
                  <a:lnTo>
                    <a:pt x="0" y="820732"/>
                  </a:lnTo>
                  <a:close/>
                </a:path>
              </a:pathLst>
            </a:custGeom>
            <a:solidFill>
              <a:srgbClr val="FFFFFF"/>
            </a:solidFill>
            <a:ln cap="sq" cmpd="sng" w="19050">
              <a:solidFill>
                <a:srgbClr val="00000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" name="Google Shape;108;p1"/>
            <p:cNvSpPr txBox="1"/>
            <p:nvPr/>
          </p:nvSpPr>
          <p:spPr>
            <a:xfrm>
              <a:off x="0" y="-47625"/>
              <a:ext cx="1302166" cy="86835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8925" lIns="88925" spcFirstLastPara="1" rIns="88925" wrap="square" tIns="88925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9" name="Google Shape;109;p1"/>
          <p:cNvGrpSpPr/>
          <p:nvPr/>
        </p:nvGrpSpPr>
        <p:grpSpPr>
          <a:xfrm>
            <a:off x="15289000" y="30011233"/>
            <a:ext cx="12527629" cy="8372803"/>
            <a:chOff x="0" y="-314078"/>
            <a:chExt cx="8764870" cy="5685342"/>
          </a:xfrm>
        </p:grpSpPr>
        <p:grpSp>
          <p:nvGrpSpPr>
            <p:cNvPr id="110" name="Google Shape;110;p1"/>
            <p:cNvGrpSpPr/>
            <p:nvPr/>
          </p:nvGrpSpPr>
          <p:grpSpPr>
            <a:xfrm>
              <a:off x="0" y="-314078"/>
              <a:ext cx="8764870" cy="5685342"/>
              <a:chOff x="0" y="-47625"/>
              <a:chExt cx="1329056" cy="862094"/>
            </a:xfrm>
          </p:grpSpPr>
          <p:sp>
            <p:nvSpPr>
              <p:cNvPr id="111" name="Google Shape;111;p1"/>
              <p:cNvSpPr/>
              <p:nvPr/>
            </p:nvSpPr>
            <p:spPr>
              <a:xfrm>
                <a:off x="0" y="0"/>
                <a:ext cx="1329056" cy="814469"/>
              </a:xfrm>
              <a:custGeom>
                <a:rect b="b" l="l" r="r" t="t"/>
                <a:pathLst>
                  <a:path extrusionOk="0" h="814469" w="1329056">
                    <a:moveTo>
                      <a:pt x="0" y="0"/>
                    </a:moveTo>
                    <a:lnTo>
                      <a:pt x="1329056" y="0"/>
                    </a:lnTo>
                    <a:lnTo>
                      <a:pt x="1329056" y="814469"/>
                    </a:lnTo>
                    <a:lnTo>
                      <a:pt x="0" y="814469"/>
                    </a:lnTo>
                    <a:close/>
                  </a:path>
                </a:pathLst>
              </a:custGeom>
              <a:solidFill>
                <a:srgbClr val="FFFFFF"/>
              </a:solidFill>
              <a:ln cap="sq" cmpd="sng" w="19050">
                <a:solidFill>
                  <a:srgbClr val="000000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6769"/>
                  <a:buFont typeface="Arial"/>
                  <a:buNone/>
                </a:pPr>
                <a:r>
                  <a:t/>
                </a:r>
                <a:endParaRPr b="0" i="0" sz="6769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2" name="Google Shape;112;p1"/>
              <p:cNvSpPr txBox="1"/>
              <p:nvPr/>
            </p:nvSpPr>
            <p:spPr>
              <a:xfrm>
                <a:off x="0" y="-47625"/>
                <a:ext cx="1329056" cy="8620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6800" lIns="96800" spcFirstLastPara="1" rIns="96800" wrap="square" tIns="96800">
                <a:noAutofit/>
              </a:bodyPr>
              <a:lstStyle/>
              <a:p>
                <a:pPr indent="0" lvl="0" marL="0" marR="0" rtl="0" algn="ctr">
                  <a:lnSpc>
                    <a:spcPct val="112217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6769"/>
                  <a:buFont typeface="Arial"/>
                  <a:buNone/>
                </a:pPr>
                <a:r>
                  <a:t/>
                </a:r>
                <a:endParaRPr b="0" i="0" sz="6769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13" name="Google Shape;113;p1"/>
            <p:cNvSpPr txBox="1"/>
            <p:nvPr/>
          </p:nvSpPr>
          <p:spPr>
            <a:xfrm>
              <a:off x="1064599" y="213115"/>
              <a:ext cx="6635700" cy="497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100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762"/>
                <a:buFont typeface="Arial"/>
                <a:buNone/>
              </a:pPr>
              <a:r>
                <a:rPr b="1" i="0" lang="en-US" sz="4762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REFERÊNCIAS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4" name="Google Shape;114;p1"/>
          <p:cNvSpPr/>
          <p:nvPr/>
        </p:nvSpPr>
        <p:spPr>
          <a:xfrm>
            <a:off x="-916543" y="1525353"/>
            <a:ext cx="8571184" cy="2454222"/>
          </a:xfrm>
          <a:custGeom>
            <a:rect b="b" l="l" r="r" t="t"/>
            <a:pathLst>
              <a:path extrusionOk="0" h="1287851" w="4497722">
                <a:moveTo>
                  <a:pt x="0" y="0"/>
                </a:moveTo>
                <a:lnTo>
                  <a:pt x="4497722" y="0"/>
                </a:lnTo>
                <a:lnTo>
                  <a:pt x="4497722" y="1287851"/>
                </a:lnTo>
                <a:lnTo>
                  <a:pt x="0" y="128785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r>
              <a:t/>
            </a:r>
            <a:endParaRPr b="0" i="0" sz="676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"/>
          <p:cNvSpPr/>
          <p:nvPr/>
        </p:nvSpPr>
        <p:spPr>
          <a:xfrm>
            <a:off x="3163237" y="-4997460"/>
            <a:ext cx="22769151" cy="14311010"/>
          </a:xfrm>
          <a:custGeom>
            <a:rect b="b" l="l" r="r" t="t"/>
            <a:pathLst>
              <a:path extrusionOk="0" h="7509691" w="11948094">
                <a:moveTo>
                  <a:pt x="0" y="0"/>
                </a:moveTo>
                <a:lnTo>
                  <a:pt x="11948094" y="0"/>
                </a:lnTo>
                <a:lnTo>
                  <a:pt x="11948094" y="7509691"/>
                </a:lnTo>
                <a:lnTo>
                  <a:pt x="0" y="750969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48958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r>
              <a:t/>
            </a:r>
            <a:endParaRPr b="0" i="0" sz="676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"/>
          <p:cNvSpPr/>
          <p:nvPr/>
        </p:nvSpPr>
        <p:spPr>
          <a:xfrm>
            <a:off x="21014306" y="1712017"/>
            <a:ext cx="7228385" cy="2335060"/>
          </a:xfrm>
          <a:custGeom>
            <a:rect b="b" l="l" r="r" t="t"/>
            <a:pathLst>
              <a:path extrusionOk="0" h="1225321" w="3793089">
                <a:moveTo>
                  <a:pt x="0" y="0"/>
                </a:moveTo>
                <a:lnTo>
                  <a:pt x="3793089" y="0"/>
                </a:lnTo>
                <a:lnTo>
                  <a:pt x="3793089" y="1225321"/>
                </a:lnTo>
                <a:lnTo>
                  <a:pt x="0" y="12253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r>
              <a:t/>
            </a:r>
            <a:endParaRPr b="0" i="0" sz="676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1"/>
          <p:cNvSpPr txBox="1"/>
          <p:nvPr/>
        </p:nvSpPr>
        <p:spPr>
          <a:xfrm>
            <a:off x="5432058" y="12099877"/>
            <a:ext cx="4989818" cy="6586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96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77"/>
              <a:buFont typeface="Arial"/>
              <a:buNone/>
            </a:pPr>
            <a:r>
              <a:rPr b="1" i="0" lang="en-US" sz="5077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INTRODUÇÃO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8" name="Google Shape;118;p1"/>
          <p:cNvGrpSpPr/>
          <p:nvPr/>
        </p:nvGrpSpPr>
        <p:grpSpPr>
          <a:xfrm rot="-5400000">
            <a:off x="2494601" y="7477176"/>
            <a:ext cx="10206805" cy="14355430"/>
            <a:chOff x="0" y="-47625"/>
            <a:chExt cx="958980" cy="1348764"/>
          </a:xfrm>
        </p:grpSpPr>
        <p:sp>
          <p:nvSpPr>
            <p:cNvPr id="119" name="Google Shape;119;p1"/>
            <p:cNvSpPr/>
            <p:nvPr/>
          </p:nvSpPr>
          <p:spPr>
            <a:xfrm>
              <a:off x="0" y="0"/>
              <a:ext cx="958980" cy="1301139"/>
            </a:xfrm>
            <a:custGeom>
              <a:rect b="b" l="l" r="r" t="t"/>
              <a:pathLst>
                <a:path extrusionOk="0" h="1301139" w="958980">
                  <a:moveTo>
                    <a:pt x="0" y="0"/>
                  </a:moveTo>
                  <a:lnTo>
                    <a:pt x="958980" y="0"/>
                  </a:lnTo>
                  <a:lnTo>
                    <a:pt x="958980" y="1301139"/>
                  </a:lnTo>
                  <a:lnTo>
                    <a:pt x="0" y="1301139"/>
                  </a:lnTo>
                  <a:close/>
                </a:path>
              </a:pathLst>
            </a:custGeom>
            <a:solidFill>
              <a:srgbClr val="FFFFFF"/>
            </a:solidFill>
            <a:ln cap="sq" cmpd="sng" w="19050">
              <a:solidFill>
                <a:srgbClr val="00000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0" name="Google Shape;120;p1"/>
            <p:cNvSpPr txBox="1"/>
            <p:nvPr/>
          </p:nvSpPr>
          <p:spPr>
            <a:xfrm>
              <a:off x="0" y="-47625"/>
              <a:ext cx="958980" cy="134876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9000" lIns="89000" spcFirstLastPara="1" rIns="89000" wrap="square" tIns="89000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1" name="Google Shape;121;p1"/>
          <p:cNvGrpSpPr/>
          <p:nvPr/>
        </p:nvGrpSpPr>
        <p:grpSpPr>
          <a:xfrm rot="-5400000">
            <a:off x="2460145" y="17961211"/>
            <a:ext cx="10275743" cy="14355435"/>
            <a:chOff x="0" y="-47625"/>
            <a:chExt cx="936167" cy="1348764"/>
          </a:xfrm>
        </p:grpSpPr>
        <p:sp>
          <p:nvSpPr>
            <p:cNvPr id="122" name="Google Shape;122;p1"/>
            <p:cNvSpPr/>
            <p:nvPr/>
          </p:nvSpPr>
          <p:spPr>
            <a:xfrm>
              <a:off x="0" y="0"/>
              <a:ext cx="936167" cy="1301139"/>
            </a:xfrm>
            <a:custGeom>
              <a:rect b="b" l="l" r="r" t="t"/>
              <a:pathLst>
                <a:path extrusionOk="0" h="1301139" w="936167">
                  <a:moveTo>
                    <a:pt x="0" y="0"/>
                  </a:moveTo>
                  <a:lnTo>
                    <a:pt x="936167" y="0"/>
                  </a:lnTo>
                  <a:lnTo>
                    <a:pt x="936167" y="1301139"/>
                  </a:lnTo>
                  <a:lnTo>
                    <a:pt x="0" y="1301139"/>
                  </a:lnTo>
                  <a:close/>
                </a:path>
              </a:pathLst>
            </a:custGeom>
            <a:solidFill>
              <a:srgbClr val="FFFFFF"/>
            </a:solidFill>
            <a:ln cap="sq" cmpd="sng" w="19050">
              <a:solidFill>
                <a:srgbClr val="00000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3" name="Google Shape;123;p1"/>
            <p:cNvSpPr txBox="1"/>
            <p:nvPr/>
          </p:nvSpPr>
          <p:spPr>
            <a:xfrm>
              <a:off x="0" y="-47625"/>
              <a:ext cx="936167" cy="134876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9000" lIns="89000" spcFirstLastPara="1" rIns="89000" wrap="square" tIns="89000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4" name="Google Shape;124;p1"/>
          <p:cNvSpPr/>
          <p:nvPr/>
        </p:nvSpPr>
        <p:spPr>
          <a:xfrm>
            <a:off x="22527251" y="36801439"/>
            <a:ext cx="5609093" cy="5642282"/>
          </a:xfrm>
          <a:custGeom>
            <a:rect b="b" l="l" r="r" t="t"/>
            <a:pathLst>
              <a:path extrusionOk="0" h="2960783" w="2943367">
                <a:moveTo>
                  <a:pt x="0" y="0"/>
                </a:moveTo>
                <a:lnTo>
                  <a:pt x="2943367" y="0"/>
                </a:lnTo>
                <a:lnTo>
                  <a:pt x="2943367" y="2960784"/>
                </a:lnTo>
                <a:lnTo>
                  <a:pt x="0" y="296078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r>
              <a:t/>
            </a:r>
            <a:endParaRPr b="0" i="0" sz="676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"/>
          <p:cNvSpPr txBox="1"/>
          <p:nvPr/>
        </p:nvSpPr>
        <p:spPr>
          <a:xfrm>
            <a:off x="20799" y="4287667"/>
            <a:ext cx="28813800" cy="175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0100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434"/>
              <a:buFont typeface="Arial"/>
              <a:buNone/>
            </a:pPr>
            <a:r>
              <a:rPr b="1" lang="en-US" sz="11434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PROJETO SmartSaúde</a:t>
            </a:r>
            <a:endParaRPr b="1" sz="11434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26" name="Google Shape;126;p1"/>
          <p:cNvSpPr txBox="1"/>
          <p:nvPr/>
        </p:nvSpPr>
        <p:spPr>
          <a:xfrm>
            <a:off x="2404768" y="6355587"/>
            <a:ext cx="24286200" cy="175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4002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762"/>
              <a:buFont typeface="Arial"/>
              <a:buNone/>
            </a:pPr>
            <a:r>
              <a:rPr b="1" lang="en-US" sz="4762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Eric de Lucas Silva, Stephanie Macedo da Silva e En Hsiang Chien.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400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b="1" i="0" lang="en-US" sz="4762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Orientadores: </a:t>
            </a:r>
            <a:r>
              <a:rPr lang="en-US" sz="4762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Victor Rosetti de Quiroz, Marco Aurelio, Katia Milani e Rodrigo da Rosa.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1"/>
          <p:cNvSpPr txBox="1"/>
          <p:nvPr/>
        </p:nvSpPr>
        <p:spPr>
          <a:xfrm>
            <a:off x="12262131" y="19214420"/>
            <a:ext cx="12433200" cy="15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102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en-US" sz="3430">
                <a:latin typeface="Inter"/>
                <a:ea typeface="Inter"/>
                <a:cs typeface="Inter"/>
                <a:sym typeface="Inter"/>
              </a:rPr>
              <a:t>Tela de relatórios do</a:t>
            </a:r>
            <a:endParaRPr sz="3430"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ctr">
              <a:lnSpc>
                <a:spcPct val="10102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en-US" sz="3430">
                <a:latin typeface="Inter"/>
                <a:ea typeface="Inter"/>
                <a:cs typeface="Inter"/>
                <a:sym typeface="Inter"/>
              </a:rPr>
              <a:t> pacientes</a:t>
            </a:r>
            <a:endParaRPr sz="3430"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ctr">
              <a:lnSpc>
                <a:spcPct val="10102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en-US" sz="3430">
                <a:latin typeface="Inter"/>
                <a:ea typeface="Inter"/>
                <a:cs typeface="Inter"/>
                <a:sym typeface="Inter"/>
              </a:rPr>
              <a:t>(Tela profissional)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1"/>
          <p:cNvSpPr txBox="1"/>
          <p:nvPr/>
        </p:nvSpPr>
        <p:spPr>
          <a:xfrm>
            <a:off x="12262143" y="28578304"/>
            <a:ext cx="12433200" cy="52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102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b="0" i="0" lang="en-US" sz="3430" u="none" cap="none" strike="noStrik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Fonte: Autoria Própria (202</a:t>
            </a:r>
            <a:r>
              <a:rPr lang="en-US" sz="3430">
                <a:latin typeface="Inter"/>
                <a:ea typeface="Inter"/>
                <a:cs typeface="Inter"/>
                <a:sym typeface="Inter"/>
              </a:rPr>
              <a:t>6</a:t>
            </a:r>
            <a:r>
              <a:rPr b="0" i="0" lang="en-US" sz="3430" u="none" cap="none" strike="noStrik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1"/>
          <p:cNvSpPr txBox="1"/>
          <p:nvPr/>
        </p:nvSpPr>
        <p:spPr>
          <a:xfrm>
            <a:off x="2758173" y="30800871"/>
            <a:ext cx="10186500" cy="7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b="1" i="0" lang="en-US" sz="4762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TECNOLOGIAS UTILIZADAS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"/>
          <p:cNvSpPr txBox="1"/>
          <p:nvPr/>
        </p:nvSpPr>
        <p:spPr>
          <a:xfrm>
            <a:off x="16608355" y="9858095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b="1" i="0" lang="en-US" sz="4762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RESULTADOS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1"/>
          <p:cNvSpPr txBox="1"/>
          <p:nvPr/>
        </p:nvSpPr>
        <p:spPr>
          <a:xfrm>
            <a:off x="2644303" y="9858095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b="1" i="0" lang="en-US" sz="4762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 PROBLEMA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1"/>
          <p:cNvSpPr txBox="1"/>
          <p:nvPr/>
        </p:nvSpPr>
        <p:spPr>
          <a:xfrm>
            <a:off x="2758179" y="20150252"/>
            <a:ext cx="10186500" cy="7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b="1" i="0" lang="en-US" sz="4762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 PROPOSTA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1"/>
          <p:cNvSpPr txBox="1"/>
          <p:nvPr/>
        </p:nvSpPr>
        <p:spPr>
          <a:xfrm>
            <a:off x="15410263" y="31905309"/>
            <a:ext cx="12280800" cy="570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[1] SILVA, Luiz Fernando Tavares; SILVA, Hugo Henrique. Desenvolvimento de aplicação web: prontuário digital para a área de fisioterapia. Belo Horizonte: PUC Minas, 2025.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[2] FREIRE, Tiago Magalhães. Aplicativo para avaliação e orientação do tratamento. Fortaleza: Centro Universitário Christus, 2023. 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30"/>
              <a:buFont typeface="Arial"/>
              <a:buNone/>
            </a:pPr>
            <a:r>
              <a:t/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4" name="Google Shape;134;p1"/>
          <p:cNvSpPr txBox="1"/>
          <p:nvPr/>
        </p:nvSpPr>
        <p:spPr>
          <a:xfrm>
            <a:off x="1545950" y="31751700"/>
            <a:ext cx="12762000" cy="644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Com base nessa proposta, iniciamos o desenvolvimento de um sistema em que o mobile foi desenvolvido utilizando </a:t>
            </a:r>
            <a:r>
              <a:rPr b="1" lang="en-US" sz="3430">
                <a:latin typeface="Open Sans"/>
                <a:ea typeface="Open Sans"/>
                <a:cs typeface="Open Sans"/>
                <a:sym typeface="Open Sans"/>
              </a:rPr>
              <a:t>Java</a:t>
            </a: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 e </a:t>
            </a:r>
            <a:r>
              <a:rPr b="1" lang="en-US" sz="3430">
                <a:latin typeface="Open Sans"/>
                <a:ea typeface="Open Sans"/>
                <a:cs typeface="Open Sans"/>
                <a:sym typeface="Open Sans"/>
              </a:rPr>
              <a:t>Android Studio </a:t>
            </a: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, com prototipação das interfaces no </a:t>
            </a:r>
            <a:r>
              <a:rPr b="1" lang="en-US" sz="3430">
                <a:latin typeface="Open Sans"/>
                <a:ea typeface="Open Sans"/>
                <a:cs typeface="Open Sans"/>
                <a:sym typeface="Open Sans"/>
              </a:rPr>
              <a:t>Figma</a:t>
            </a: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.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Na camada de servidor e banco de dados, utilizamos </a:t>
            </a:r>
            <a:r>
              <a:rPr b="1" lang="en-US" sz="3430">
                <a:latin typeface="Open Sans"/>
                <a:ea typeface="Open Sans"/>
                <a:cs typeface="Open Sans"/>
                <a:sym typeface="Open Sans"/>
              </a:rPr>
              <a:t>Python</a:t>
            </a: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 e </a:t>
            </a:r>
            <a:r>
              <a:rPr b="1" lang="en-US" sz="3430">
                <a:latin typeface="Open Sans"/>
                <a:ea typeface="Open Sans"/>
                <a:cs typeface="Open Sans"/>
                <a:sym typeface="Open Sans"/>
              </a:rPr>
              <a:t>FastAPI</a:t>
            </a: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 para a construção da API, </a:t>
            </a:r>
            <a:r>
              <a:rPr b="1" lang="en-US" sz="3430">
                <a:latin typeface="Open Sans"/>
                <a:ea typeface="Open Sans"/>
                <a:cs typeface="Open Sans"/>
                <a:sym typeface="Open Sans"/>
              </a:rPr>
              <a:t>MySQL</a:t>
            </a: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 para o armazenamento das informações, </a:t>
            </a:r>
            <a:r>
              <a:rPr b="1" lang="en-US" sz="3430">
                <a:latin typeface="Open Sans"/>
                <a:ea typeface="Open Sans"/>
                <a:cs typeface="Open Sans"/>
                <a:sym typeface="Open Sans"/>
              </a:rPr>
              <a:t>Docker</a:t>
            </a: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 para padronização do ambiente e </a:t>
            </a:r>
            <a:r>
              <a:rPr b="1" lang="en-US" sz="3430">
                <a:latin typeface="Open Sans"/>
                <a:ea typeface="Open Sans"/>
                <a:cs typeface="Open Sans"/>
                <a:sym typeface="Open Sans"/>
              </a:rPr>
              <a:t>Render</a:t>
            </a: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 para hospedagem do sistema.</a:t>
            </a:r>
            <a:endParaRPr sz="1100">
              <a:solidFill>
                <a:schemeClr val="dk1"/>
              </a:solidFill>
            </a:endParaRPr>
          </a:p>
          <a:p>
            <a:pPr indent="0" lvl="0" marL="0" marR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43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5" name="Google Shape;135;p1"/>
          <p:cNvSpPr txBox="1"/>
          <p:nvPr/>
        </p:nvSpPr>
        <p:spPr>
          <a:xfrm>
            <a:off x="1595870" y="10749184"/>
            <a:ext cx="12562800" cy="865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43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 clínica RPG Maya enfrenta dificuldades na organização e no acompanhamento dos pacientes, cenário comum em atendimentos fisioterapêuticos que ainda utilizam métodos manuais[1]. Os registros eram feitos em papel, incluindo dados, sessões, datas e histórico, o que tornava o controle pouco eficiente diante do grande volume de informações.</a:t>
            </a:r>
            <a:endParaRPr sz="343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343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43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Além disso, havia problemas no controle de retornos, já que muitos pacientes esqueciam consultas por falta de lembretes. Outro ponto crítico era a dificuldade na geração de relatórios, prejudicando o monitoramento do progresso e a análise das informações clínicas.</a:t>
            </a:r>
            <a:endParaRPr sz="343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6" name="Google Shape;136;p1"/>
          <p:cNvSpPr txBox="1"/>
          <p:nvPr/>
        </p:nvSpPr>
        <p:spPr>
          <a:xfrm>
            <a:off x="1294963" y="21117888"/>
            <a:ext cx="13164600" cy="865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A proposta do projeto é um sistema que otimiza a gestão e o acompanhamento dos pacientes, substituindo o controle manual por uma solução digital estruturada[1]. Para isso, pensamos em uma solução capaz de centralizar as informações e melhorar a organização dos atendimentos.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O sistema permite o gerenciamento dos dados clínicos, controle de sessões e agendamento com lembretes automatizados, reduzindo esquecimentos de consultas, além de possibilitar a geração de relatórios para acompanhamento do progresso[2].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Também inclui funcionalidades como desafios e metas, contribuindo para o incentivo dos pacientes à realização dos exercícios.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7" name="Google Shape;137;p1"/>
          <p:cNvSpPr txBox="1"/>
          <p:nvPr/>
        </p:nvSpPr>
        <p:spPr>
          <a:xfrm>
            <a:off x="136933" y="39681833"/>
            <a:ext cx="28242600" cy="183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955"/>
              <a:buFont typeface="Arial"/>
              <a:buNone/>
            </a:pPr>
            <a:r>
              <a:rPr b="1" i="0" lang="en-US" sz="4955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IV SEMANA FECAP DE TECNOLOGIA - 2026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955"/>
              <a:buFont typeface="Arial"/>
              <a:buNone/>
            </a:pPr>
            <a:r>
              <a:rPr b="0" i="0" lang="en-US" sz="4955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Fundação Escola de Comércio Álvares Penteado - FECAP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1"/>
          <p:cNvSpPr txBox="1"/>
          <p:nvPr/>
        </p:nvSpPr>
        <p:spPr>
          <a:xfrm>
            <a:off x="15598525" y="10986015"/>
            <a:ext cx="11904300" cy="7919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Com base na proposta, foi desenvolvido um sistema funcional que digitaliza e centraliza a gestão da clínica, substituindo processos manuais por uma solução estruturada[1]. O aplicativo contempla funcionalidades como agendamento de sessões, geração de relatórios, definição de metas, gerenciamento de pacientes, envio de alertas e suporte via chat com IA.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43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Esses recursos têm potencial para melhorar a organização das informações, reduzir falhas operacionais e otimizar o acompanhamento dos pacientes, contribuindo para maior eficiência nos processos clínicos[2].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139" name="Google Shape;139;p1" title="Screenshot_20260430_200008_SmartSaude.jpg"/>
          <p:cNvPicPr preferRelativeResize="0"/>
          <p:nvPr/>
        </p:nvPicPr>
        <p:blipFill rotWithShape="1">
          <a:blip r:embed="rId7">
            <a:alphaModFix/>
          </a:blip>
          <a:srcRect b="37336" l="0" r="0" t="0"/>
          <a:stretch/>
        </p:blipFill>
        <p:spPr>
          <a:xfrm>
            <a:off x="15413175" y="20810213"/>
            <a:ext cx="5801425" cy="729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1" title="WhatsApp Image 2026-05-04 at 17.57.19 (2).jpeg"/>
          <p:cNvPicPr preferRelativeResize="0"/>
          <p:nvPr/>
        </p:nvPicPr>
        <p:blipFill rotWithShape="1">
          <a:blip r:embed="rId8">
            <a:alphaModFix/>
          </a:blip>
          <a:srcRect b="54479" l="0" r="0" t="0"/>
          <a:stretch/>
        </p:blipFill>
        <p:spPr>
          <a:xfrm>
            <a:off x="21310034" y="20813273"/>
            <a:ext cx="6385776" cy="7180201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1"/>
          <p:cNvSpPr txBox="1"/>
          <p:nvPr/>
        </p:nvSpPr>
        <p:spPr>
          <a:xfrm>
            <a:off x="18396233" y="28578304"/>
            <a:ext cx="12433200" cy="52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102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b="0" i="0" lang="en-US" sz="3430" u="none" cap="none" strike="noStrik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Fonte: Autoria Própria (202</a:t>
            </a:r>
            <a:r>
              <a:rPr lang="en-US" sz="3430">
                <a:latin typeface="Inter"/>
                <a:ea typeface="Inter"/>
                <a:cs typeface="Inter"/>
                <a:sym typeface="Inter"/>
              </a:rPr>
              <a:t>6</a:t>
            </a:r>
            <a:r>
              <a:rPr b="0" i="0" lang="en-US" sz="3430" u="none" cap="none" strike="noStrik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1"/>
          <p:cNvSpPr txBox="1"/>
          <p:nvPr/>
        </p:nvSpPr>
        <p:spPr>
          <a:xfrm>
            <a:off x="18411906" y="19246544"/>
            <a:ext cx="12433200" cy="15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102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en-US" sz="3430">
                <a:latin typeface="Inter"/>
                <a:ea typeface="Inter"/>
                <a:cs typeface="Inter"/>
                <a:sym typeface="Inter"/>
              </a:rPr>
              <a:t>Tela de Meus</a:t>
            </a:r>
            <a:endParaRPr sz="3430"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ctr">
              <a:lnSpc>
                <a:spcPct val="10102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en-US" sz="3430">
                <a:latin typeface="Inter"/>
                <a:ea typeface="Inter"/>
                <a:cs typeface="Inter"/>
                <a:sym typeface="Inter"/>
              </a:rPr>
              <a:t> pacientes</a:t>
            </a:r>
            <a:endParaRPr sz="3430"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ctr">
              <a:lnSpc>
                <a:spcPct val="10102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en-US" sz="3430">
                <a:latin typeface="Inter"/>
                <a:ea typeface="Inter"/>
                <a:cs typeface="Inter"/>
                <a:sym typeface="Inter"/>
              </a:rPr>
              <a:t>(Tela profissional)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</cp:coreProperties>
</file>