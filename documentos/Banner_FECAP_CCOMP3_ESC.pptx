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RCsidAqZ+Ihax+ikNHSFbyroc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jp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hyperlink" Target="https://developer.android.com/" TargetMode="External"/><Relationship Id="rId8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25" y="21010299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3962" cy="8372957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98979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20799" y="4287667"/>
            <a:ext cx="28813800" cy="17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34"/>
              <a:buFont typeface="Arial"/>
              <a:buNone/>
            </a:pPr>
            <a:r>
              <a:rPr b="1" lang="en-US" sz="11434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PROJETO SmartSaúde</a:t>
            </a:r>
            <a:endParaRPr b="1" sz="11434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2"/>
              <a:buFont typeface="Arial"/>
              <a:buNone/>
            </a:pPr>
            <a:r>
              <a:rPr b="1"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Eric de Lucas Silva, Stephanie Macedo da Silva e En Hsiang Chien.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en-US" sz="4762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Victor Rosetti de Quiroz, Marco Aurelio, Katia Milani e Rodrigo da Rosa.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2262131" y="19214420"/>
            <a:ext cx="124332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Tela de relatórios do</a:t>
            </a:r>
            <a:endParaRPr sz="343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 pacientes</a:t>
            </a:r>
            <a:endParaRPr sz="343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(Tela profissional)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2262143" y="28578304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758173" y="30800871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758179" y="20150252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563700" y="31368457"/>
            <a:ext cx="12275700" cy="7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[1] MORETTIN, P. A.; BUSSAB, W. O. Estatística Básica. São Paulo: Saraiva, 2012.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[2] ANDROID DEVELOPERS. Disponível em:</a:t>
            </a:r>
            <a:r>
              <a:rPr lang="en-US" sz="343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/>
              </a:rPr>
              <a:t> https://developer.android.com/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 Acesso em: 22 jul. 2025.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[3] DEITEL, P. Android: Como Programar. 2. ed. Porto Alegre: Bookman, 2015.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[4] DEITEL, P.; DEITEL, H.; DEITEL, A.; MORGANO, M. Android para Programadores: Uma Abordagem Baseada em Aplicativos. 2. ed. Porto Alegre: Bookman, 2015.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45950" y="31751700"/>
            <a:ext cx="12762000" cy="7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 base nessa proposta, iniciamos o desenvolvimento de um sistema em que o mobile </a:t>
            </a: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[2][3]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foi desenvolvido utilizando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Java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Android Studio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[4], com prototipação das interfaces no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Figma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Na camada de servidor e banco de dados, utilizamos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Python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FastAPI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para a construção da API,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MySQL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para o armazenamento das informações,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Docker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para padronização do ambiente e </a:t>
            </a:r>
            <a:r>
              <a:rPr b="1" lang="en-US" sz="3430">
                <a:latin typeface="Open Sans"/>
                <a:ea typeface="Open Sans"/>
                <a:cs typeface="Open Sans"/>
                <a:sym typeface="Open Sans"/>
              </a:rPr>
              <a:t>Render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para hospedagem do sistema.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0" y="10749184"/>
            <a:ext cx="12562800" cy="86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clínica RPG Maya enfrenta dificuldades na organização e no acompanhamento dos pacientes, cenário comum em atendimentos fisioterapêuticos que ainda utilizam métodos manuais. Os registros eram feitos em papel, incluindo dados, sessões, datas e histórico, o que tornava o controle pouco eficiente diante do grande volume de informações.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Além disso, havia problemas no controle de retornos, já que muitos pacientes esqueciam consultas por falta de lembretes. Outro ponto crítico era a dificuldade na geração de relatórios, prejudicando o monitoramento do progresso e a análise das informações clínicas.</a:t>
            </a:r>
            <a:endParaRPr sz="343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294963" y="21117888"/>
            <a:ext cx="13164600" cy="86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proposta do projeto é um sistema que otimiza a gestão e o acompanhamento dos pacientes, substituindo o controle manual por uma solução digital estruturada. Para isso, pensamos em uma solução capaz de centralizar as informações e melhorar a organização dos atendimentos. [2][3][4]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permite o gerenciamento dos dados clínicos, controle de sessões e agendamento com lembretes automatizados, reduzindo esquecimentos de consultas, além de possibilitar a geração de relatórios para acompanhamento do progresso.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Também inclui funcionalidades como desafios e metas, contribuindo para o incentivo dos pacientes à realização dos exercícios.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598525" y="10986015"/>
            <a:ext cx="11904300" cy="7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 base no protótipo, foi desenvolvido um sistema funcional que digitaliza e centraliza a gestão da clínica, substituindo processos manuais por uma solução estruturada. O aplicativo contempla funcionalidades como agendamento de sessões, geração de relatórios, definição de metas, gerenciamento de pacientes, envio de alertas e suporte via chat com IA.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Esses recursos têm potencial para melhorar a organização das informações, reduzir falhas operacionais e otimizar o acompanhamento dos pacientes, contribuindo para maior eficiência nos processos clínicos.[1]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" title="Screenshot_20260430_200008_SmartSaude.jpg"/>
          <p:cNvPicPr preferRelativeResize="0"/>
          <p:nvPr/>
        </p:nvPicPr>
        <p:blipFill rotWithShape="1">
          <a:blip r:embed="rId8">
            <a:alphaModFix/>
          </a:blip>
          <a:srcRect b="37336" l="0" r="0" t="0"/>
          <a:stretch/>
        </p:blipFill>
        <p:spPr>
          <a:xfrm>
            <a:off x="15413175" y="20810213"/>
            <a:ext cx="5801425" cy="729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" title="WhatsApp Image 2026-05-04 at 17.57.19 (2).jpeg"/>
          <p:cNvPicPr preferRelativeResize="0"/>
          <p:nvPr/>
        </p:nvPicPr>
        <p:blipFill rotWithShape="1">
          <a:blip r:embed="rId9">
            <a:alphaModFix/>
          </a:blip>
          <a:srcRect b="54479" l="0" r="0" t="0"/>
          <a:stretch/>
        </p:blipFill>
        <p:spPr>
          <a:xfrm>
            <a:off x="21310034" y="20813273"/>
            <a:ext cx="6385776" cy="718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"/>
          <p:cNvSpPr txBox="1"/>
          <p:nvPr/>
        </p:nvSpPr>
        <p:spPr>
          <a:xfrm>
            <a:off x="18396233" y="28578304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</a:t>
            </a: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18411906" y="19246544"/>
            <a:ext cx="124332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Tela de Meus</a:t>
            </a:r>
            <a:endParaRPr sz="343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 pacientes</a:t>
            </a:r>
            <a:endParaRPr sz="343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(Tela profissional)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